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1" r:id="rId5"/>
    <p:sldId id="262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DFA6D-4903-394B-B5FE-ED3716774908}" v="4" dt="2026-04-29T10:54:42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ruth P" userId="S::jagruth.paramesh@netradyne.com::55ea2b26-d3e1-405a-8d0f-6c45e5503260" providerId="AD" clId="Web-{3F1922B2-1A5B-75AE-1EE1-34208D9BE3B8}"/>
    <pc:docChg chg="mod">
      <pc:chgData name="Jagruth P" userId="S::jagruth.paramesh@netradyne.com::55ea2b26-d3e1-405a-8d0f-6c45e5503260" providerId="AD" clId="Web-{3F1922B2-1A5B-75AE-1EE1-34208D9BE3B8}" dt="2026-04-29T10:25:26.257" v="0" actId="33475"/>
      <pc:docMkLst>
        <pc:docMk/>
      </pc:docMkLst>
    </pc:docChg>
  </pc:docChgLst>
  <pc:docChgLst>
    <pc:chgData name="Jagruth P" userId="55ea2b26-d3e1-405a-8d0f-6c45e5503260" providerId="ADAL" clId="{89938439-10EC-5486-8F9D-B5ADE3CD19ED}"/>
    <pc:docChg chg="undo custSel addSld delSld modSld">
      <pc:chgData name="Jagruth P" userId="55ea2b26-d3e1-405a-8d0f-6c45e5503260" providerId="ADAL" clId="{89938439-10EC-5486-8F9D-B5ADE3CD19ED}" dt="2026-04-29T10:56:09.918" v="131" actId="2696"/>
      <pc:docMkLst>
        <pc:docMk/>
      </pc:docMkLst>
      <pc:sldChg chg="modSp mod">
        <pc:chgData name="Jagruth P" userId="55ea2b26-d3e1-405a-8d0f-6c45e5503260" providerId="ADAL" clId="{89938439-10EC-5486-8F9D-B5ADE3CD19ED}" dt="2026-04-29T10:31:05.525" v="14" actId="20577"/>
        <pc:sldMkLst>
          <pc:docMk/>
          <pc:sldMk cId="0" sldId="256"/>
        </pc:sldMkLst>
        <pc:spChg chg="mod">
          <ac:chgData name="Jagruth P" userId="55ea2b26-d3e1-405a-8d0f-6c45e5503260" providerId="ADAL" clId="{89938439-10EC-5486-8F9D-B5ADE3CD19ED}" dt="2026-04-29T10:31:05.525" v="14" actId="20577"/>
          <ac:spMkLst>
            <pc:docMk/>
            <pc:sldMk cId="0" sldId="256"/>
            <ac:spMk id="10" creationId="{00000000-0000-0000-0000-000000000000}"/>
          </ac:spMkLst>
        </pc:spChg>
      </pc:sldChg>
      <pc:sldChg chg="del">
        <pc:chgData name="Jagruth P" userId="55ea2b26-d3e1-405a-8d0f-6c45e5503260" providerId="ADAL" clId="{89938439-10EC-5486-8F9D-B5ADE3CD19ED}" dt="2026-04-29T10:53:59.715" v="119" actId="2696"/>
        <pc:sldMkLst>
          <pc:docMk/>
          <pc:sldMk cId="0" sldId="257"/>
        </pc:sldMkLst>
      </pc:sldChg>
      <pc:sldChg chg="addSp delSp modSp add del mod">
        <pc:chgData name="Jagruth P" userId="55ea2b26-d3e1-405a-8d0f-6c45e5503260" providerId="ADAL" clId="{89938439-10EC-5486-8F9D-B5ADE3CD19ED}" dt="2026-04-29T10:54:54.042" v="127" actId="1076"/>
        <pc:sldMkLst>
          <pc:docMk/>
          <pc:sldMk cId="0" sldId="259"/>
        </pc:sldMkLst>
        <pc:spChg chg="del">
          <ac:chgData name="Jagruth P" userId="55ea2b26-d3e1-405a-8d0f-6c45e5503260" providerId="ADAL" clId="{89938439-10EC-5486-8F9D-B5ADE3CD19ED}" dt="2026-04-29T10:54:47.165" v="126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54:47.165" v="126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32:14.997" v="17" actId="20577"/>
          <ac:spMkLst>
            <pc:docMk/>
            <pc:sldMk cId="0" sldId="259"/>
            <ac:spMk id="11" creationId="{00000000-0000-0000-0000-000000000000}"/>
          </ac:spMkLst>
        </pc:spChg>
        <pc:spChg chg="add mod">
          <ac:chgData name="Jagruth P" userId="55ea2b26-d3e1-405a-8d0f-6c45e5503260" providerId="ADAL" clId="{89938439-10EC-5486-8F9D-B5ADE3CD19ED}" dt="2026-04-29T10:54:54.042" v="127" actId="1076"/>
          <ac:spMkLst>
            <pc:docMk/>
            <pc:sldMk cId="0" sldId="259"/>
            <ac:spMk id="15" creationId="{E34D1ED7-079E-D244-86D7-A35FEDEAE756}"/>
          </ac:spMkLst>
        </pc:spChg>
        <pc:spChg chg="add mod">
          <ac:chgData name="Jagruth P" userId="55ea2b26-d3e1-405a-8d0f-6c45e5503260" providerId="ADAL" clId="{89938439-10EC-5486-8F9D-B5ADE3CD19ED}" dt="2026-04-29T10:54:54.042" v="127" actId="1076"/>
          <ac:spMkLst>
            <pc:docMk/>
            <pc:sldMk cId="0" sldId="259"/>
            <ac:spMk id="16" creationId="{8E4395CD-4337-F7A2-4713-576C2545760C}"/>
          </ac:spMkLst>
        </pc:spChg>
      </pc:sldChg>
      <pc:sldChg chg="add del">
        <pc:chgData name="Jagruth P" userId="55ea2b26-d3e1-405a-8d0f-6c45e5503260" providerId="ADAL" clId="{89938439-10EC-5486-8F9D-B5ADE3CD19ED}" dt="2026-04-29T10:55:01.338" v="128" actId="2696"/>
        <pc:sldMkLst>
          <pc:docMk/>
          <pc:sldMk cId="0" sldId="260"/>
        </pc:sldMkLst>
      </pc:sldChg>
      <pc:sldChg chg="modSp mod">
        <pc:chgData name="Jagruth P" userId="55ea2b26-d3e1-405a-8d0f-6c45e5503260" providerId="ADAL" clId="{89938439-10EC-5486-8F9D-B5ADE3CD19ED}" dt="2026-04-29T10:33:27.440" v="37" actId="20577"/>
        <pc:sldMkLst>
          <pc:docMk/>
          <pc:sldMk cId="0" sldId="261"/>
        </pc:sldMkLst>
        <pc:spChg chg="mod">
          <ac:chgData name="Jagruth P" userId="55ea2b26-d3e1-405a-8d0f-6c45e5503260" providerId="ADAL" clId="{89938439-10EC-5486-8F9D-B5ADE3CD19ED}" dt="2026-04-29T10:33:07.163" v="28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33:27.440" v="37" actId="20577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Jagruth P" userId="55ea2b26-d3e1-405a-8d0f-6c45e5503260" providerId="ADAL" clId="{89938439-10EC-5486-8F9D-B5ADE3CD19ED}" dt="2026-04-29T10:34:32.465" v="48" actId="2165"/>
        <pc:sldMkLst>
          <pc:docMk/>
          <pc:sldMk cId="0" sldId="262"/>
        </pc:sldMkLst>
        <pc:graphicFrameChg chg="modGraphic">
          <ac:chgData name="Jagruth P" userId="55ea2b26-d3e1-405a-8d0f-6c45e5503260" providerId="ADAL" clId="{89938439-10EC-5486-8F9D-B5ADE3CD19ED}" dt="2026-04-29T10:34:32.465" v="48" actId="2165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del mod">
        <pc:chgData name="Jagruth P" userId="55ea2b26-d3e1-405a-8d0f-6c45e5503260" providerId="ADAL" clId="{89938439-10EC-5486-8F9D-B5ADE3CD19ED}" dt="2026-04-29T10:53:52.774" v="118" actId="2696"/>
        <pc:sldMkLst>
          <pc:docMk/>
          <pc:sldMk cId="0" sldId="263"/>
        </pc:sldMkLst>
        <pc:spChg chg="mod">
          <ac:chgData name="Jagruth P" userId="55ea2b26-d3e1-405a-8d0f-6c45e5503260" providerId="ADAL" clId="{89938439-10EC-5486-8F9D-B5ADE3CD19ED}" dt="2026-04-29T10:35:15.595" v="51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35:38.489" v="53" actId="20577"/>
          <ac:spMkLst>
            <pc:docMk/>
            <pc:sldMk cId="0" sldId="263"/>
            <ac:spMk id="14" creationId="{00000000-0000-0000-0000-000000000000}"/>
          </ac:spMkLst>
        </pc:spChg>
      </pc:sldChg>
      <pc:sldChg chg="del">
        <pc:chgData name="Jagruth P" userId="55ea2b26-d3e1-405a-8d0f-6c45e5503260" providerId="ADAL" clId="{89938439-10EC-5486-8F9D-B5ADE3CD19ED}" dt="2026-04-29T10:55:32.424" v="129" actId="2696"/>
        <pc:sldMkLst>
          <pc:docMk/>
          <pc:sldMk cId="0" sldId="264"/>
        </pc:sldMkLst>
      </pc:sldChg>
      <pc:sldChg chg="addSp delSp modSp mod">
        <pc:chgData name="Jagruth P" userId="55ea2b26-d3e1-405a-8d0f-6c45e5503260" providerId="ADAL" clId="{89938439-10EC-5486-8F9D-B5ADE3CD19ED}" dt="2026-04-29T10:41:18.729" v="66" actId="1076"/>
        <pc:sldMkLst>
          <pc:docMk/>
          <pc:sldMk cId="0" sldId="265"/>
        </pc:sldMkLst>
        <pc:spChg chg="del">
          <ac:chgData name="Jagruth P" userId="55ea2b26-d3e1-405a-8d0f-6c45e5503260" providerId="ADAL" clId="{89938439-10EC-5486-8F9D-B5ADE3CD19ED}" dt="2026-04-29T10:40:26.674" v="55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0:58.680" v="64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Jagruth P" userId="55ea2b26-d3e1-405a-8d0f-6c45e5503260" providerId="ADAL" clId="{89938439-10EC-5486-8F9D-B5ADE3CD19ED}" dt="2026-04-29T10:40:31.680" v="57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0:33.513" v="58" actId="47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07.729" v="65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07.729" v="65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07.729" v="65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07.729" v="65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1:18.729" v="66" actId="1076"/>
          <ac:spMkLst>
            <pc:docMk/>
            <pc:sldMk cId="0" sldId="265"/>
            <ac:spMk id="30" creationId="{00000000-0000-0000-0000-000000000000}"/>
          </ac:spMkLst>
        </pc:spChg>
        <pc:spChg chg="add mod">
          <ac:chgData name="Jagruth P" userId="55ea2b26-d3e1-405a-8d0f-6c45e5503260" providerId="ADAL" clId="{89938439-10EC-5486-8F9D-B5ADE3CD19ED}" dt="2026-04-29T10:40:17.360" v="54"/>
          <ac:spMkLst>
            <pc:docMk/>
            <pc:sldMk cId="0" sldId="265"/>
            <ac:spMk id="32" creationId="{1C6428D7-8870-CBCC-22F6-46BACAEBACA3}"/>
          </ac:spMkLst>
        </pc:spChg>
        <pc:spChg chg="add del mod">
          <ac:chgData name="Jagruth P" userId="55ea2b26-d3e1-405a-8d0f-6c45e5503260" providerId="ADAL" clId="{89938439-10EC-5486-8F9D-B5ADE3CD19ED}" dt="2026-04-29T10:40:55.966" v="63" actId="478"/>
          <ac:spMkLst>
            <pc:docMk/>
            <pc:sldMk cId="0" sldId="265"/>
            <ac:spMk id="33" creationId="{8E021434-D50C-45E8-47FC-170875B57F89}"/>
          </ac:spMkLst>
        </pc:spChg>
      </pc:sldChg>
      <pc:sldChg chg="modSp del mod">
        <pc:chgData name="Jagruth P" userId="55ea2b26-d3e1-405a-8d0f-6c45e5503260" providerId="ADAL" clId="{89938439-10EC-5486-8F9D-B5ADE3CD19ED}" dt="2026-04-29T10:55:37.734" v="130" actId="2696"/>
        <pc:sldMkLst>
          <pc:docMk/>
          <pc:sldMk cId="0" sldId="266"/>
        </pc:sldMkLst>
        <pc:graphicFrameChg chg="modGraphic">
          <ac:chgData name="Jagruth P" userId="55ea2b26-d3e1-405a-8d0f-6c45e5503260" providerId="ADAL" clId="{89938439-10EC-5486-8F9D-B5ADE3CD19ED}" dt="2026-04-29T10:47:10.970" v="116" actId="2165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delSp modSp del mod">
        <pc:chgData name="Jagruth P" userId="55ea2b26-d3e1-405a-8d0f-6c45e5503260" providerId="ADAL" clId="{89938439-10EC-5486-8F9D-B5ADE3CD19ED}" dt="2026-04-29T10:53:40.896" v="117" actId="2696"/>
        <pc:sldMkLst>
          <pc:docMk/>
          <pc:sldMk cId="0" sldId="267"/>
        </pc:sldMkLst>
        <pc:spChg chg="mod">
          <ac:chgData name="Jagruth P" userId="55ea2b26-d3e1-405a-8d0f-6c45e5503260" providerId="ADAL" clId="{89938439-10EC-5486-8F9D-B5ADE3CD19ED}" dt="2026-04-29T10:41:41.891" v="70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26.762" v="74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26.762" v="74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26.762" v="74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26.762" v="74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16.095" v="73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16.095" v="73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16.095" v="73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2:16.095" v="73" actId="1076"/>
          <ac:spMkLst>
            <pc:docMk/>
            <pc:sldMk cId="0" sldId="267"/>
            <ac:spMk id="18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1:52.951" v="71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1:52.951" v="71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1:52.951" v="71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Jagruth P" userId="55ea2b26-d3e1-405a-8d0f-6c45e5503260" providerId="ADAL" clId="{89938439-10EC-5486-8F9D-B5ADE3CD19ED}" dt="2026-04-29T10:41:52.951" v="71" actId="478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agruth P" userId="55ea2b26-d3e1-405a-8d0f-6c45e5503260" providerId="ADAL" clId="{89938439-10EC-5486-8F9D-B5ADE3CD19ED}" dt="2026-04-29T10:43:01.567" v="115" actId="20577"/>
          <ac:spMkLst>
            <pc:docMk/>
            <pc:sldMk cId="0" sldId="267"/>
            <ac:spMk id="25" creationId="{00000000-0000-0000-0000-000000000000}"/>
          </ac:spMkLst>
        </pc:spChg>
      </pc:sldChg>
      <pc:sldChg chg="del">
        <pc:chgData name="Jagruth P" userId="55ea2b26-d3e1-405a-8d0f-6c45e5503260" providerId="ADAL" clId="{89938439-10EC-5486-8F9D-B5ADE3CD19ED}" dt="2026-04-29T10:56:09.918" v="131" actId="269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C8FDA-02B9-4FCB-B227-BD30BC8EEF8C}" type="datetimeFigureOut">
              <a:t>4/29/26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1288-E111-47A4-B92D-94202C18ADE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93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Deletion Automation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offboarding workflow for IT, HR, Infosec &amp; Management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10332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Jagruth P  •  IT, Netradyne  •  April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IT Head  •  Infosec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 automation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02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offboarding mailbox forwarding is managed by IT manually — error-prone at scale.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11880" cy="109728"/>
          </a:xfrm>
          <a:prstGeom prst="rect">
            <a:avLst/>
          </a:prstGeom>
          <a:solidFill>
            <a:srgbClr val="E14F4F"/>
          </a:solidFill>
          <a:ln w="12700">
            <a:solidFill>
              <a:srgbClr val="E1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731520" cy="731520"/>
          </a:xfrm>
          <a:prstGeom prst="ellipse">
            <a:avLst/>
          </a:prstGeom>
          <a:solidFill>
            <a:srgbClr val="E14F4F"/>
          </a:solidFill>
          <a:ln w="12700">
            <a:solidFill>
              <a:srgbClr val="E1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risky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manages each forwarding rule by hand. One missed deadline can leave forwarding active or delete an account too early.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2286000"/>
            <a:ext cx="36118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deadline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gives a 30-day window with up to 2 extensions (90-day cap). The deletion deadline cannot wait for slow approvals.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28600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38160" y="2286000"/>
            <a:ext cx="361188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58200" y="2697480"/>
            <a:ext cx="731520" cy="7315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5820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45820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required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41148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Infosec, and management need a documented record of every alert, extension, and deletion — across the whole lifecycle.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577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replace manual handling with a reliable, recoverable, fully audited automation — and align stakeholders on the right level of human approval.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 Account Deletion Automation  •  Stakeholder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02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workspace/input/Email Forwarding &amp; Account Deletion Automation - Build Plan_Fin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95160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691640"/>
            <a:ext cx="388620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26680" y="1691640"/>
            <a:ext cx="3886200" cy="7315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224028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– source of truth for terminated/disabled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monitor (Azure Function, 9 AM IST)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webhook (Azure Function, HTTP)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– routes manager replies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Table Storage – per-user state &amp; audit 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– read forwarding state, delete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– SMTP &amp; secret storage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 Account Deletion Automation  •  Stakeholder Review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34D1ED7-079E-D244-86D7-A35FEDEAE756}"/>
              </a:ext>
            </a:extLst>
          </p:cNvPr>
          <p:cNvSpPr/>
          <p:nvPr/>
        </p:nvSpPr>
        <p:spPr>
          <a:xfrm>
            <a:off x="457200" y="433155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1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8E4395CD-4337-F7A2-4713-576C2545760C}"/>
              </a:ext>
            </a:extLst>
          </p:cNvPr>
          <p:cNvSpPr/>
          <p:nvPr/>
        </p:nvSpPr>
        <p:spPr>
          <a:xfrm>
            <a:off x="457200" y="707475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 — Fully automated reply-based extension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 — Ticket + HR/Infosec approval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02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workspace/input/Workflow_B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49440" cy="38870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80960" y="21488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0" y="2148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213055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email asks manager to raise a ticket with business justification.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2862072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80960" y="2862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23960" y="284378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ServiceDeskPlus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ticket created and routed to HR and Infosec.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3575304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0960" y="35753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823960" y="355701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Infosec must both approve. SLA assumed: ≤ 2 business days each.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4288536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80960" y="42885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23960" y="42702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manually updates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extensionAttribute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Azure AD.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80960" y="500176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80960" y="50017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823960" y="4983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monitor detects the attribute, extends deletion, clears the flag.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5715000"/>
            <a:ext cx="2743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48640" y="57150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days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31520" y="6199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processing time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410712" y="5715000"/>
            <a:ext cx="2743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410712" y="57150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93592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~15+/yr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593592" y="6199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IT actions (50 offboardings)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72784" y="5715000"/>
            <a:ext cx="2743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272784" y="57150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455664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SLAs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6455664" y="6199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Infosec approval gates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134856" y="5715000"/>
            <a:ext cx="27432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134856" y="57150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317736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9317736" y="6199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dev effort to build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 Account Deletion Automation  •  Stakeholder Review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how the two workflows differ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02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27961"/>
              </p:ext>
            </p:extLst>
          </p:nvPr>
        </p:nvGraphicFramePr>
        <p:xfrm>
          <a:off x="548640" y="1737360"/>
          <a:ext cx="11064240" cy="3703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 — 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B — Approval-based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replies EXTEND to alert 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raises a ticket with justification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Manager's reply is sufficient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+ Infosec must both approve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involvement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per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1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attribute update in Azure 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1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business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reply processed immediately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1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approval may miss Day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— Table Storage + function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system + Azure AD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/ Infosec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(can be CC'ed)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— they are active approvers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$3–4 /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$3–4 / month + IT engineer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0" y="6565392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Forwarding &amp; Account Deletion Automation  •  Stakeholder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6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Workflow A — Fully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Hybrid option held in reserve as a Phase 2 add-on if compliance audit demands HR/Infosec co-sign.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377440"/>
            <a:ext cx="3611880" cy="169164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2377440"/>
            <a:ext cx="91440" cy="16916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5420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on deadline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approval-chain timing risk — zero missed Day-30 deletions.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377440"/>
            <a:ext cx="3611880" cy="169164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0" y="2377440"/>
            <a:ext cx="91440" cy="16916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5420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alert, extension, deletion logged with timestamps and reasons.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3611880" cy="169164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377440"/>
            <a:ext cx="91440" cy="16916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5420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IT bandwidth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017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ongoing manual effort once deployed — no per-request toil.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1020" y="4233672"/>
            <a:ext cx="3611880" cy="169164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1020" y="4233672"/>
            <a:ext cx="91440" cy="16916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5340" y="439826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Policy-compliant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5340" y="48737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Manager's signed EXTEND reply is the documented authorisation.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44340" y="4233672"/>
            <a:ext cx="3611880" cy="169164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44340" y="4233672"/>
            <a:ext cx="91440" cy="16916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18660" y="439826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8660" y="48737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deletions land in Entra recycle bin — 30-day recovery window.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611</Words>
  <Application>Microsoft Macintosh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Netradyne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Forwarding &amp; Account Deletion Automation – Stakeholder Review</dc:title>
  <dc:subject>PptxGenJS Presentation</dc:subject>
  <dc:creator>Jagruth P</dc:creator>
  <cp:lastModifiedBy>Jagruth P</cp:lastModifiedBy>
  <cp:revision>2</cp:revision>
  <dcterms:created xsi:type="dcterms:W3CDTF">2026-04-29T10:24:12Z</dcterms:created>
  <dcterms:modified xsi:type="dcterms:W3CDTF">2026-04-29T10:56:19Z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2d1495-f368-494b-8696-ae3e76786b05_Enabled">
    <vt:lpwstr>true</vt:lpwstr>
  </property>
  <property fmtid="{D5CDD505-2E9C-101B-9397-08002B2CF9AE}" pid="3" name="MSIP_Label_c82d1495-f368-494b-8696-ae3e76786b05_SetDate">
    <vt:lpwstr>2026-04-29T10:25:26Z</vt:lpwstr>
  </property>
  <property fmtid="{D5CDD505-2E9C-101B-9397-08002B2CF9AE}" pid="4" name="MSIP_Label_c82d1495-f368-494b-8696-ae3e76786b05_Method">
    <vt:lpwstr>Standard</vt:lpwstr>
  </property>
  <property fmtid="{D5CDD505-2E9C-101B-9397-08002B2CF9AE}" pid="5" name="MSIP_Label_c82d1495-f368-494b-8696-ae3e76786b05_Name">
    <vt:lpwstr>defa4170-0d19-0005-0004-bc88714345d2</vt:lpwstr>
  </property>
  <property fmtid="{D5CDD505-2E9C-101B-9397-08002B2CF9AE}" pid="6" name="MSIP_Label_c82d1495-f368-494b-8696-ae3e76786b05_SiteId">
    <vt:lpwstr>b84f219a-0fcd-4dfa-8476-edcc96f3324c</vt:lpwstr>
  </property>
  <property fmtid="{D5CDD505-2E9C-101B-9397-08002B2CF9AE}" pid="7" name="MSIP_Label_c82d1495-f368-494b-8696-ae3e76786b05_ActionId">
    <vt:lpwstr>11e56128-9673-4961-9fc3-84bf677811c0</vt:lpwstr>
  </property>
  <property fmtid="{D5CDD505-2E9C-101B-9397-08002B2CF9AE}" pid="8" name="MSIP_Label_c82d1495-f368-494b-8696-ae3e76786b05_ContentBits">
    <vt:lpwstr>0</vt:lpwstr>
  </property>
  <property fmtid="{D5CDD505-2E9C-101B-9397-08002B2CF9AE}" pid="9" name="MSIP_Label_c82d1495-f368-494b-8696-ae3e76786b05_Tag">
    <vt:lpwstr>10, 3, 0, 2</vt:lpwstr>
  </property>
</Properties>
</file>